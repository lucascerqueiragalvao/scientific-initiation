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766"/>
  </p:normalViewPr>
  <p:slideViewPr>
    <p:cSldViewPr snapToGrid="0" snapToObjects="1">
      <p:cViewPr varScale="1">
        <p:scale>
          <a:sx n="86" d="100"/>
          <a:sy n="86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Eficiência computacional em operações de Transformers</a:t>
            </a:r>
          </a:p>
          <a:p>
            <a:r>
              <a:rPr lang="pt-BR">
                <a:solidFill>
                  <a:srgbClr val="00285A"/>
                </a:solidFill>
                <a:latin typeface="Arial"/>
              </a:rPr>
              <a:t>quantização, pruning e análise experimental</a:t>
            </a:r>
            <a:endParaRPr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Lucas Cerqueira Galvão</a:t>
            </a:r>
          </a:p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Orientador: Prof. Me. Walter Silva Oliveira</a:t>
            </a:r>
            <a:endParaRPr lang="pt-BR" sz="2000" b="1" noProof="0" dirty="0">
              <a:solidFill>
                <a:srgbClr val="004C9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noProof="0">
                <a:solidFill>
                  <a:srgbClr val="228B22"/>
                </a:solidFill>
                <a:latin typeface="Arial"/>
              </a:rPr>
              <a:t>Universidade Católica de Santos • Ciência da Computação • Santos/SP</a:t>
            </a:r>
            <a:endParaRPr lang="pt-BR" sz="1700" b="1" noProof="0" dirty="0">
              <a:solidFill>
                <a:srgbClr val="228B22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2435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600" b="1" noProof="0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lang="pt-BR" sz="1600" b="1" noProof="0" dirty="0">
              <a:solidFill>
                <a:srgbClr val="FF8C00"/>
              </a:solidFill>
              <a:latin typeface="Arial"/>
            </a:endParaRP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8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7043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ROTEIRO</a:t>
            </a:r>
            <a:endParaRPr sz="26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47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1. Motivação e problema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2. Base teórica: quantização, pruning e TurboQuant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3. Desenho experimental do trabalho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4. Resultados parciais e evidências iniciais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5. Conclusões e próximos passos</a:t>
            </a:r>
            <a:endParaRPr sz="22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3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2223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TRANSFORMERS E A IA ATUAL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Transformers são a base de LLMs, visão computacional e modelos multimodais.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Seu sucesso vem da paralelização e da captura de dependências de longo alcance.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Esse avanço elevou a qualidade, mas também aumentou o custo da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Eficiência deixou de ser detalhe de implementação e virou requisito de viabilidade.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7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80336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GARGALOS NA INFERÊNCIA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Na inferência, o custo aparece principalmente em projeções lineares densas, atenção e movimentação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autoatenção cresce com o comprimento da sequência e pressiona latência e uso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Além do cálculo, o armazenamento intermediário, como KV cache, se torna um gargalo em contextos longos.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C40A98C-EFFE-D4F2-5A2E-DADAF3C24A5E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Atenção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comparações entre tokens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F2BD123-866B-6F7A-B880-B5691CB376CD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Projeções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matrizes densas repetidas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7DBF37D-8C1E-FBBA-8E8C-042DAEEEC8C8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KV cache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memória cresce com contexto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2FA8DEE-B0E7-AA25-81E9-7251A3841978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Foco do trabalho: eficiência em inferência, não em treinamento.</a:t>
            </a:r>
          </a:p>
        </p:txBody>
      </p:sp>
    </p:spTree>
    <p:extLst>
      <p:ext uri="{BB962C8B-B14F-4D97-AF65-F5344CB8AC3E}">
        <p14:creationId xmlns:p14="http://schemas.microsoft.com/office/powerpoint/2010/main" val="117650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1765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PROBLEMA E HIPÓTESE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Problema: como reduzir o custo computacional de operações centrais do Transformer sem degradar excessivamente a qualidade das saídas.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Recorte: analisar cenários controlados de inferência com foco em projeção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Hipótese inicial: quantização tende a oferecer melhor relação entre ganho computacional e preservação de comportamento do que pruning.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Essa hipótese será motivada por literatura recente e depois testada no protótipo experimental.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96B3-3004-6A5A-FF11-D14CC360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CB1C6-738A-EC38-AB98-3767945585FC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03D19-15AA-6868-F975-BBF7285072F1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BB9A-8E06-9FFC-22CA-D1D9D8CBEFD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23A8-9465-9BBF-E59F-7F9ABBB08BCE}"/>
              </a:ext>
            </a:extLst>
          </p:cNvPr>
          <p:cNvSpPr txBox="1"/>
          <p:nvPr/>
        </p:nvSpPr>
        <p:spPr>
          <a:xfrm>
            <a:off x="548640" y="457200"/>
            <a:ext cx="20954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OBJETIVOS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B0E5F-7718-ECC4-4E1A-26177A6E48A5}"/>
              </a:ext>
            </a:extLst>
          </p:cNvPr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F0C5-BCE7-9E7F-97F1-B06D0962DE4D}"/>
              </a:ext>
            </a:extLst>
          </p:cNvPr>
          <p:cNvSpPr txBox="1"/>
          <p:nvPr/>
        </p:nvSpPr>
        <p:spPr>
          <a:xfrm>
            <a:off x="914400" y="1645920"/>
            <a:ext cx="8484433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Analisar o impacto de configurações numéricas e estruturais na inferência de operações centrais do Transformer.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Implementar um modelo simplificado em Python com projeção linear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Comparar baseline, pruning por magnitude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Medir latência, memória, FLOPs e qualidade das saídas para discutir os trade-offs.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0CB48C5D-129C-BFAB-E262-31E4C11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17D30892-AC95-4919-5F44-0C8A7EBB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00F8F03-E33E-F01D-C8ED-49BB27815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239D537F-77DB-AA7A-8C63-14D98000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1136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OPERAÇÕES CENTRAIS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projeção linear densa transforma vetores de entrada por multiplicações matriciais em larga escala.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Na atenção, o modelo calcula Q, K e V, produz escores, aplica softmax e gera o vetor de contexto.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Essas duas rotinas concentram custo suficiente para servir como base de comparação entre estratégias de otimização.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58985B-20D3-7567-561A-D21D042775A8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Q/K/V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projeções iniciais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2DDEFFC1-9442-DB88-C165-DD0275B28260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FAD152-8A2C-4CFA-BD79-DFD5E4FF701B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Scores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Q × Kᵀ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D23D5AAA-0B16-2880-C4BD-8293D24FC0EC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F50BEEF-3E2E-6D74-BD3E-5A4F37B26440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Softmax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pesos de atenção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72CA8E25-09FE-E83A-B20A-1574F31CE0F4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82F061E-6213-F11B-7BD1-2BA4FCDE6C43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Saída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contexto + projeção</a:t>
            </a:r>
          </a:p>
        </p:txBody>
      </p:sp>
    </p:spTree>
    <p:extLst>
      <p:ext uri="{BB962C8B-B14F-4D97-AF65-F5344CB8AC3E}">
        <p14:creationId xmlns:p14="http://schemas.microsoft.com/office/powerpoint/2010/main" val="192708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6733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QUANTIZAÇÃO: GANHOS E TROCAS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Quantização reduz a precisão numérica usada para armazenar e processar pesos, ativações ou caches.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Em geral, os principais ganhos são menor memória, menor tráfego de dados e potencial aumento de throughput.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risco é introduzir erro numérico; por isso, o trabalho precisa medir qualidade das saídas além de medir custo.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B136CF-B373-28F8-E1C8-5A40684C9650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bits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representação mais compacta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1E3C6B9-3AF0-CA96-3E48-F06D0D8684FA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memória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menor custo por tensor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376DAC4-D46B-F579-E7B0-9A168FAE6199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Mais throughput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potencial ganho em inferência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B569F6-2434-B5E2-8EEA-BA751F8ACB79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Pergunta central: quanto erro aparece em troca desses ganhos?</a:t>
            </a:r>
          </a:p>
        </p:txBody>
      </p:sp>
    </p:spTree>
    <p:extLst>
      <p:ext uri="{BB962C8B-B14F-4D97-AF65-F5344CB8AC3E}">
        <p14:creationId xmlns:p14="http://schemas.microsoft.com/office/powerpoint/2010/main" val="4202769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3924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PRUNING: GANHOS E LIMITAÇÕES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Pruning remove ou desativa pesos considerados menos relevantes para reduzir o tamanho efetivo do modelo.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economia teórica pode ser relevante, mas o ganho prático depende de implementação e suporte do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Como altera a estrutura do cálculo, pruning pode introduzir impacto mais imprevisível na saída do modelo.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6F1BB88-194B-EE84-24B2-D243FB30706C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Esparsidade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menos pesos ativos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6C87EC6-39A3-B659-70F3-50AFF81C229D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Ganho prático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depende da execução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C09F9BD-A6E6-5A6C-7C91-F2EE2C6BEF27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Risco maior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altera a estrutura do cálculo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65A2A0-ABF5-AA82-8CF2-511C7BDB7688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Por isso, pruning entra como comparação importante, mas não como hipótese mais forte.</a:t>
            </a:r>
          </a:p>
        </p:txBody>
      </p:sp>
    </p:spTree>
    <p:extLst>
      <p:ext uri="{BB962C8B-B14F-4D97-AF65-F5344CB8AC3E}">
        <p14:creationId xmlns:p14="http://schemas.microsoft.com/office/powerpoint/2010/main" val="370356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95930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TURBOQUANT E A HIPÓTESE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Google Research apresentou o TurboQuant em 24 de março de 2026 como técnica voltada à compressão de vetores e do KV cache.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paper está no arXiv desde 28 de abril de 2025 e descreve uma quantização online com baixa distorção.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Para este projeto, isso reforça a hipótese de priorizar quantização no primeiro ciclo experimental.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ED496CF-678C-E13F-A642-BA4197753656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Blog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Google Research • 24/03/2026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ECBAB0A-4FB0-F347-9946-E5029B3FB6BC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Paper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arXiv • 28/04/2025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190FC15-F669-C801-DAF3-821B64E8C063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Sinal técnico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até 6x menos memória e até 8x speedup reportado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1D69A6-C00E-BB51-0D69-8784316D38E4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Isso motiva a hipótese; não substitui a validação do seu experimento.</a:t>
            </a:r>
          </a:p>
        </p:txBody>
      </p:sp>
    </p:spTree>
    <p:extLst>
      <p:ext uri="{BB962C8B-B14F-4D97-AF65-F5344CB8AC3E}">
        <p14:creationId xmlns:p14="http://schemas.microsoft.com/office/powerpoint/2010/main" val="30361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516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METODOLOGIA: DESENHO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estudo compara três cenários: baseline sem otimização, pruning por magnitude em 50%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As operações avaliadas são projeção linear densa e self-attention de cabeça única em ambiente controlado.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grade principal usa comprimentos de sequência L = 64, 128, 256 e dimensões D = 128, 256, 512.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E9EA0E4-0EF7-C5F9-B021-5346A68DBFE7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Entrada fixa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mesmos dados e pesos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13300385-C82D-3BD9-90B5-59E49FB6EF85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32DB256-BF2B-5DF1-CD18-8608444065FD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Operações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densa + atenção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1085F4C-730A-C039-7498-B5D10D80B38E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E3948BA-5DE2-C427-1D96-1DAAB92B28B7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B85E2BB-CAFD-9B0C-45A7-0FB0FA18AA33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65BDD3A-CBD7-7733-1AE2-62A1EAE8117A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Comparação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e qualidade</a:t>
            </a:r>
          </a:p>
        </p:txBody>
      </p:sp>
    </p:spTree>
    <p:extLst>
      <p:ext uri="{BB962C8B-B14F-4D97-AF65-F5344CB8AC3E}">
        <p14:creationId xmlns:p14="http://schemas.microsoft.com/office/powerpoint/2010/main" val="148470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64300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METODOLOGIA: MÉTRICAS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ambiente previsto usa Python 3.11, NumPy, PyTorch, Pandas e GPU RTX 4070 Ti Super com batch 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Cada cenário terá aquecimento, repetições e sincronização explícita na GPU para medir latência.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As métricas incluem latência, memória, FLOPs estimados, MSE, MAE, R² e similaridade de cosseno.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37540C9-7D0F-E18B-D1C9-E13D7D497218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Latência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média, p50 e p95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FFBBC88-167C-C3FE-7FBD-8B9198272AC7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Memória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pico e estimativa teórica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4413488-6F4D-D955-B698-5C7980563808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FLOPs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analítico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5D0F0E5-0F0F-0D9B-92B7-305FC0B6038F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Qualidade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MSE, MAE, R² e cosseno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512BE43-45C7-3C77-0F90-D6292F77112B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Controle central: mesma semente, mesmos dados e mesmos pesos-base.</a:t>
            </a:r>
          </a:p>
        </p:txBody>
      </p:sp>
    </p:spTree>
    <p:extLst>
      <p:ext uri="{BB962C8B-B14F-4D97-AF65-F5344CB8AC3E}">
        <p14:creationId xmlns:p14="http://schemas.microsoft.com/office/powerpoint/2010/main" val="165984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0938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RESULTADOS PARCIAIS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código-base já cobre operações, métricas e cenários definidos no plano de trabalho.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pipeline está definido, mas os benchmarks completos ainda dependem da execução com PyTorch e GPU.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Hoje, o projeto já tem hipótese clara, desenho experimental fechado e base pronta para coleta futura.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3A12BAF-45F0-35EA-54B7-FF3AC07308ED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Código-base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benchmark e métricas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DBD7B32-E846-B3E6-985D-2EC55176DD6D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F3999C1-8D41-9501-259A-F5C268E7EA66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Métricas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latência, memória e erro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81BF306-D54D-31AA-0500-70F4E7DAD432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Próxima etapa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execução e coleta dos CSVs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1EE5903-0DE5-ECD7-337F-5003D135D5B2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Apresentação de hoje: projeto em fase inicial, mas já tecnicamente estruturado.</a:t>
            </a:r>
          </a:p>
        </p:txBody>
      </p:sp>
    </p:spTree>
    <p:extLst>
      <p:ext uri="{BB962C8B-B14F-4D97-AF65-F5344CB8AC3E}">
        <p14:creationId xmlns:p14="http://schemas.microsoft.com/office/powerpoint/2010/main" val="2831467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9821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EVIDÊNCIAS DA LITERATURA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literatura recente já sugere que quantização pode oferecer grande redução de memória com baixo impacto de qualidade.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Esses dados motivam priorizar quantização como primeira hipótese experimental do trabalho.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DD5197-D232-ACDC-AEE6-FC79051DD64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3048000"/>
            <a:ext cx="8763000" cy="2794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A51B520-3D12-943C-BA5E-6B42F3BD3E04}"/>
              </a:ext>
            </a:extLst>
          </p:cNvPr>
          <p:cNvSpPr txBox="1"/>
          <p:nvPr/>
        </p:nvSpPr>
        <p:spPr>
          <a:xfrm>
            <a:off x="939800" y="5867400"/>
            <a:ext cx="863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Figura adaptada do Google Research Blog, 24/03/2026. Não representa resultado deste trabalho.</a:t>
            </a:r>
          </a:p>
        </p:txBody>
      </p:sp>
    </p:spTree>
    <p:extLst>
      <p:ext uri="{BB962C8B-B14F-4D97-AF65-F5344CB8AC3E}">
        <p14:creationId xmlns:p14="http://schemas.microsoft.com/office/powerpoint/2010/main" val="229623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7338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CONCLUSÕES E PRÓXIMOS PASSOS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Eficiência em Transformers é relevante porque tempo, memória e qualidade precisam ser equilibrados na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Quantização aparece como a hipótese inicial mais forte, reforçada por literatura recente como TurboQuant.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projeto já tem desenho experimental consistente e a próxima etapa é executar benchmarks e analisar os CSVs.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expectativa é comparar ganho computacional e preservação da saída em cenários controlados.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22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57474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285A"/>
                </a:solidFill>
                <a:latin typeface="Arial"/>
              </a:rPr>
              <a:t>REFERÊNCIAS</a:t>
            </a:r>
            <a:endParaRPr sz="26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Bibi, U. et al. Advances in pruning and quantization for natural language processing. IEEE Access,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Google Research. TurboQuant: Redefining AI efficiency with extreme compression. 24 mar. 2026.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Hossain, M. B.; Gong, N.; Shaban, M. A Novel Attention-Based Layer Pruning Approach...,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Tang, Y. et al. A survey on transformer compression. arXiv:2402.05964,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Vaswani, A. et al. Attention Is All You Need. NeurIPS, 2017.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Zandieh, A. et al. TurboQuant: Online Vector Quantization with Near-optimal Distortion Rate. arXiv:2504.19874, 2025.</a:t>
            </a:r>
            <a:endParaRPr lang="pt-BR" sz="1400" noProof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66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600" b="1">
                <a:latin typeface="Arial"/>
              </a:rPr>
              <a:t>OBRIGADO!</a:t>
            </a:r>
            <a:endParaRPr sz="2600" b="1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>
                <a:latin typeface="Arial"/>
              </a:rPr>
              <a:t>Perguntas e discussão</a:t>
            </a:r>
            <a:endParaRPr sz="20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95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1227</Words>
  <Application>Microsoft Office PowerPoint</Application>
  <PresentationFormat>Personalizar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Galvao</cp:lastModifiedBy>
  <cp:revision>4</cp:revision>
  <dcterms:created xsi:type="dcterms:W3CDTF">2013-01-27T09:14:16Z</dcterms:created>
  <dcterms:modified xsi:type="dcterms:W3CDTF">2026-05-25T21:00:14Z</dcterms:modified>
  <cp:category/>
</cp:coreProperties>
</file>