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58" r:id="rId5"/>
    <p:sldId id="266" r:id="rId6"/>
    <p:sldId id="259" r:id="rId7"/>
    <p:sldId id="260" r:id="rId8"/>
    <p:sldId id="261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0"/>
    <p:restoredTop sz="94766"/>
  </p:normalViewPr>
  <p:slideViewPr>
    <p:cSldViewPr snapToGrid="0" snapToObjects="1">
      <p:cViewPr varScale="1">
        <p:scale>
          <a:sx n="86" d="100"/>
          <a:sy n="86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simposio_autalizado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055" y="2450972"/>
            <a:ext cx="82334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00285A"/>
                </a:solidFill>
                <a:latin typeface="Arial"/>
              </a:rPr>
              <a:t>TÍTULO </a:t>
            </a:r>
            <a:r>
              <a:rPr lang="en-US" sz="3000" b="1" dirty="0">
                <a:solidFill>
                  <a:srgbClr val="00285A"/>
                </a:solidFill>
                <a:latin typeface="Arial"/>
              </a:rPr>
              <a:t>PRINCIPAL </a:t>
            </a:r>
            <a:r>
              <a:rPr sz="3000" b="1" dirty="0">
                <a:solidFill>
                  <a:srgbClr val="00285A"/>
                </a:solidFill>
                <a:latin typeface="Arial"/>
              </a:rPr>
              <a:t>DO TRABALHO</a:t>
            </a:r>
            <a:r>
              <a:rPr lang="en-US" sz="3000" b="1" dirty="0">
                <a:solidFill>
                  <a:srgbClr val="00285A"/>
                </a:solidFill>
                <a:latin typeface="Arial"/>
              </a:rPr>
              <a:t>:</a:t>
            </a:r>
          </a:p>
          <a:p>
            <a:r>
              <a:rPr lang="pt-BR" sz="3000" b="1" noProof="0" dirty="0">
                <a:solidFill>
                  <a:srgbClr val="00285A"/>
                </a:solidFill>
                <a:latin typeface="Arial"/>
              </a:rPr>
              <a:t>subtítulo</a:t>
            </a:r>
          </a:p>
          <a:p>
            <a:endParaRPr sz="30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577" y="3763418"/>
            <a:ext cx="53399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noProof="0" dirty="0">
                <a:solidFill>
                  <a:srgbClr val="004C99"/>
                </a:solidFill>
                <a:latin typeface="Arial"/>
              </a:rPr>
              <a:t>Nome completo do Autor 1</a:t>
            </a:r>
          </a:p>
          <a:p>
            <a:r>
              <a:rPr lang="pt-BR" sz="2000" b="1" noProof="0" dirty="0">
                <a:solidFill>
                  <a:srgbClr val="004C99"/>
                </a:solidFill>
                <a:latin typeface="Arial"/>
              </a:rPr>
              <a:t>Nome completo do Autor 2</a:t>
            </a:r>
          </a:p>
          <a:p>
            <a:r>
              <a:rPr lang="pt-BR" sz="2000" b="1" noProof="0" dirty="0">
                <a:solidFill>
                  <a:srgbClr val="004C99"/>
                </a:solidFill>
                <a:latin typeface="Arial"/>
              </a:rPr>
              <a:t>Nome completo do Autor 3</a:t>
            </a:r>
          </a:p>
          <a:p>
            <a:r>
              <a:rPr lang="pt-BR" sz="2000" b="1" noProof="0" dirty="0">
                <a:solidFill>
                  <a:srgbClr val="004C99"/>
                </a:solidFill>
                <a:latin typeface="Arial"/>
              </a:rPr>
              <a:t>Nome completo do Autor 4</a:t>
            </a:r>
          </a:p>
          <a:p>
            <a:r>
              <a:rPr lang="pt-BR" sz="2000" b="1" noProof="0" dirty="0">
                <a:solidFill>
                  <a:srgbClr val="004C99"/>
                </a:solidFill>
                <a:latin typeface="Arial"/>
              </a:rPr>
              <a:t>Nome completo do Autor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577" y="5518700"/>
            <a:ext cx="5180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noProof="0" dirty="0">
                <a:solidFill>
                  <a:srgbClr val="228B22"/>
                </a:solidFill>
                <a:latin typeface="Arial"/>
              </a:rPr>
              <a:t>FATEC / Instituição • Curso • Cidade/Estado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577" y="5951499"/>
            <a:ext cx="699646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800" b="1" noProof="0" dirty="0" err="1">
                <a:solidFill>
                  <a:srgbClr val="FF8C00"/>
                </a:solidFill>
                <a:latin typeface="Arial"/>
              </a:rPr>
              <a:t>I</a:t>
            </a:r>
            <a:r>
              <a:rPr lang="pt-BR" sz="1800" b="1" noProof="0" dirty="0">
                <a:solidFill>
                  <a:srgbClr val="FF8C00"/>
                </a:solidFill>
                <a:latin typeface="Arial"/>
              </a:rPr>
              <a:t> Simpósio de Ciência de Dados das Fatecs • Santos/SP • 2026</a:t>
            </a:r>
          </a:p>
        </p:txBody>
      </p:sp>
      <p:pic>
        <p:nvPicPr>
          <p:cNvPr id="11" name="Picture 10" descr="LOGO-SP-PT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16B564F0-BDD5-81DC-6BB8-8ABFE9C22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BA0C249-E168-69C1-1279-0504452123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21098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285A"/>
                </a:solidFill>
                <a:latin typeface="Arial"/>
              </a:rP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26352"/>
            <a:ext cx="6746001" cy="5123125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8479" y="1080702"/>
            <a:ext cx="5047410" cy="476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1. </a:t>
            </a:r>
            <a:r>
              <a:rPr sz="2600" dirty="0" err="1"/>
              <a:t>Introdução</a:t>
            </a:r>
            <a:endParaRPr sz="2600" dirty="0"/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2. </a:t>
            </a:r>
            <a:r>
              <a:rPr sz="2600" dirty="0" err="1"/>
              <a:t>Objetivos</a:t>
            </a:r>
            <a:endParaRPr sz="2600" dirty="0"/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3. </a:t>
            </a:r>
            <a:r>
              <a:rPr sz="2600" dirty="0" err="1"/>
              <a:t>Fundamentação</a:t>
            </a:r>
            <a:r>
              <a:rPr sz="2600" dirty="0"/>
              <a:t> </a:t>
            </a:r>
            <a:r>
              <a:rPr sz="2600" dirty="0" err="1"/>
              <a:t>Teórica</a:t>
            </a:r>
            <a:endParaRPr sz="2600" dirty="0"/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4. </a:t>
            </a:r>
            <a:r>
              <a:rPr sz="2600" dirty="0" err="1"/>
              <a:t>Metodologia</a:t>
            </a:r>
            <a:endParaRPr sz="2600" dirty="0"/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5. </a:t>
            </a:r>
            <a:r>
              <a:rPr sz="2600" dirty="0" err="1"/>
              <a:t>Resultados</a:t>
            </a:r>
            <a:endParaRPr sz="2600" dirty="0"/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sz="2600" dirty="0"/>
              <a:t>6. </a:t>
            </a:r>
            <a:r>
              <a:rPr sz="2600" dirty="0" err="1"/>
              <a:t>Considerações</a:t>
            </a:r>
            <a:r>
              <a:rPr sz="2600" dirty="0"/>
              <a:t> </a:t>
            </a:r>
            <a:r>
              <a:rPr sz="2600" dirty="0" err="1"/>
              <a:t>Finais</a:t>
            </a:r>
            <a:endParaRPr sz="2600" dirty="0"/>
          </a:p>
        </p:txBody>
      </p:sp>
      <p:pic>
        <p:nvPicPr>
          <p:cNvPr id="11" name="Picture 10" descr="logo_simposio_autalizado copy.png">
            <a:extLst>
              <a:ext uri="{FF2B5EF4-FFF2-40B4-BE49-F238E27FC236}">
                <a16:creationId xmlns:a16="http://schemas.microsoft.com/office/drawing/2014/main" id="{1F0FC765-FC95-11A0-2C24-B9330F55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522" y="376147"/>
            <a:ext cx="3839304" cy="2555373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403092DF-7488-F519-D7E5-03BD0D19B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300" y="3079067"/>
            <a:ext cx="2514737" cy="1324871"/>
          </a:xfrm>
          <a:prstGeom prst="rect">
            <a:avLst/>
          </a:prstGeom>
        </p:spPr>
      </p:pic>
      <p:pic>
        <p:nvPicPr>
          <p:cNvPr id="13" name="Picture 12" descr="LOGO-SP-PT-HORIZONTAL.png">
            <a:extLst>
              <a:ext uri="{FF2B5EF4-FFF2-40B4-BE49-F238E27FC236}">
                <a16:creationId xmlns:a16="http://schemas.microsoft.com/office/drawing/2014/main" id="{2ED83781-1F2C-44A7-DC61-C25124FA5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172" y="5294398"/>
            <a:ext cx="3710496" cy="151896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70B17F3-7F2D-DB19-3F97-65A6750EF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23292" y="4479007"/>
            <a:ext cx="1668565" cy="1100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5A"/>
                </a:solidFill>
                <a:latin typeface="Arial"/>
              </a:rPr>
              <a:t>INTRODUÇÃO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79" y="1280160"/>
            <a:ext cx="9028577" cy="4730896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7959777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tópicos</a:t>
            </a:r>
            <a:r>
              <a:rPr dirty="0"/>
              <a:t> da </a:t>
            </a:r>
            <a:r>
              <a:rPr dirty="0" err="1"/>
              <a:t>apresentação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, </a:t>
            </a:r>
            <a:r>
              <a:rPr dirty="0" err="1"/>
              <a:t>tabelas</a:t>
            </a:r>
            <a:r>
              <a:rPr dirty="0"/>
              <a:t> e imagens sempre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excesso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slides.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/>
              <a:t>Fonte </a:t>
            </a:r>
            <a:r>
              <a:rPr dirty="0" err="1"/>
              <a:t>recomendada</a:t>
            </a:r>
            <a:r>
              <a:rPr dirty="0"/>
              <a:t>: Arial 24.</a:t>
            </a: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8FB303CE-836B-7025-C434-7222F188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LOGO-SP-PT-HORIZONTAL.png">
            <a:extLst>
              <a:ext uri="{FF2B5EF4-FFF2-40B4-BE49-F238E27FC236}">
                <a16:creationId xmlns:a16="http://schemas.microsoft.com/office/drawing/2014/main" id="{9B7B2419-056B-7B98-BAAB-2C7B37E8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8608C8A3-49F1-6CDB-0E9D-97C49BE1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8FCCFB1-AD0A-C3EC-97D7-426D87AD25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2074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285A"/>
                </a:solidFill>
                <a:latin typeface="Arial"/>
              </a:rPr>
              <a:t>FUNDAMENTAÇÃO TEÓRICA</a:t>
            </a:r>
            <a:endParaRPr sz="28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1387"/>
            <a:ext cx="91200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484433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tópicos</a:t>
            </a:r>
            <a:r>
              <a:rPr dirty="0"/>
              <a:t> da </a:t>
            </a:r>
            <a:r>
              <a:rPr dirty="0" err="1"/>
              <a:t>apresentação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, </a:t>
            </a:r>
            <a:r>
              <a:rPr dirty="0" err="1"/>
              <a:t>tabelas</a:t>
            </a:r>
            <a:r>
              <a:rPr dirty="0"/>
              <a:t> e imagens sempre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excesso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slides.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/>
              <a:t>Fonte </a:t>
            </a:r>
            <a:r>
              <a:rPr dirty="0" err="1"/>
              <a:t>recomendada</a:t>
            </a:r>
            <a:r>
              <a:rPr dirty="0"/>
              <a:t>: Arial 24.</a:t>
            </a:r>
          </a:p>
        </p:txBody>
      </p:sp>
      <p:pic>
        <p:nvPicPr>
          <p:cNvPr id="14" name="Picture 13" descr="logo_simposio_autalizado copy.png">
            <a:extLst>
              <a:ext uri="{FF2B5EF4-FFF2-40B4-BE49-F238E27FC236}">
                <a16:creationId xmlns:a16="http://schemas.microsoft.com/office/drawing/2014/main" id="{E60915CE-E68C-CD9C-595A-65C9D2593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fatec_ra_baixada_santista_baixada_santista_rubens_lara_cor.png">
            <a:extLst>
              <a:ext uri="{FF2B5EF4-FFF2-40B4-BE49-F238E27FC236}">
                <a16:creationId xmlns:a16="http://schemas.microsoft.com/office/drawing/2014/main" id="{82A7465D-D4D1-59BA-34E9-7B11F36B8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82162A6-4389-6A6E-A1BB-B70E0AE44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7" name="Picture 16" descr="LOGO-SP-PT-HORIZONTAL.png">
            <a:extLst>
              <a:ext uri="{FF2B5EF4-FFF2-40B4-BE49-F238E27FC236}">
                <a16:creationId xmlns:a16="http://schemas.microsoft.com/office/drawing/2014/main" id="{9C32A356-91DC-752D-32AE-EF44DA6A1A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996B3-3004-6A5A-FF11-D14CC360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8CB1C6-738A-EC38-AB98-3767945585FC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D03D19-15AA-6868-F975-BBF7285072F1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9BB9A-8E06-9FFC-22CA-D1D9D8CBEFDD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923A8-9465-9BBF-E59F-7F9ABBB08BCE}"/>
              </a:ext>
            </a:extLst>
          </p:cNvPr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5A"/>
                </a:solidFill>
                <a:latin typeface="Arial"/>
              </a:rPr>
              <a:t>OBJETIVOS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2B0E5F-7718-ECC4-4E1A-26177A6E48A5}"/>
              </a:ext>
            </a:extLst>
          </p:cNvPr>
          <p:cNvSpPr/>
          <p:nvPr/>
        </p:nvSpPr>
        <p:spPr>
          <a:xfrm>
            <a:off x="548640" y="1411387"/>
            <a:ext cx="91200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BF0C5-BCE7-9E7F-97F1-B06D0962DE4D}"/>
              </a:ext>
            </a:extLst>
          </p:cNvPr>
          <p:cNvSpPr txBox="1"/>
          <p:nvPr/>
        </p:nvSpPr>
        <p:spPr>
          <a:xfrm>
            <a:off x="914400" y="1645920"/>
            <a:ext cx="8484433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tópicos</a:t>
            </a:r>
            <a:r>
              <a:rPr dirty="0"/>
              <a:t> da </a:t>
            </a:r>
            <a:r>
              <a:rPr dirty="0" err="1"/>
              <a:t>apresentação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, </a:t>
            </a:r>
            <a:r>
              <a:rPr dirty="0" err="1"/>
              <a:t>tabelas</a:t>
            </a:r>
            <a:r>
              <a:rPr dirty="0"/>
              <a:t> e imagens sempre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excesso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slides.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/>
              <a:t>Fonte </a:t>
            </a:r>
            <a:r>
              <a:rPr dirty="0" err="1"/>
              <a:t>recomendada</a:t>
            </a:r>
            <a:r>
              <a:rPr dirty="0"/>
              <a:t>: Arial 24.</a:t>
            </a:r>
          </a:p>
        </p:txBody>
      </p:sp>
      <p:pic>
        <p:nvPicPr>
          <p:cNvPr id="14" name="Picture 13" descr="logo_simposio_autalizado copy.png">
            <a:extLst>
              <a:ext uri="{FF2B5EF4-FFF2-40B4-BE49-F238E27FC236}">
                <a16:creationId xmlns:a16="http://schemas.microsoft.com/office/drawing/2014/main" id="{0CB48C5D-129C-BFAB-E262-31E4C119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fatec_ra_baixada_santista_baixada_santista_rubens_lara_cor.png">
            <a:extLst>
              <a:ext uri="{FF2B5EF4-FFF2-40B4-BE49-F238E27FC236}">
                <a16:creationId xmlns:a16="http://schemas.microsoft.com/office/drawing/2014/main" id="{17D30892-AC95-4919-5F44-0C8A7EBB0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00F8F03-E33E-F01D-C8ED-49BB27815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7" name="Picture 16" descr="LOGO-SP-PT-HORIZONTAL.png">
            <a:extLst>
              <a:ext uri="{FF2B5EF4-FFF2-40B4-BE49-F238E27FC236}">
                <a16:creationId xmlns:a16="http://schemas.microsoft.com/office/drawing/2014/main" id="{239D537F-77DB-AA7A-8C63-14D98000F7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72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5A"/>
                </a:solidFill>
                <a:latin typeface="Arial"/>
              </a:rPr>
              <a:t>METODOLOGIA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1" y="1280160"/>
            <a:ext cx="9344867" cy="4958648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tópicos</a:t>
            </a:r>
            <a:r>
              <a:rPr dirty="0"/>
              <a:t> da </a:t>
            </a:r>
            <a:r>
              <a:rPr dirty="0" err="1"/>
              <a:t>apresentação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, </a:t>
            </a:r>
            <a:r>
              <a:rPr dirty="0" err="1"/>
              <a:t>tabelas</a:t>
            </a:r>
            <a:r>
              <a:rPr dirty="0"/>
              <a:t> e imagens sempre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excesso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slides.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/>
              <a:t>Fonte </a:t>
            </a:r>
            <a:r>
              <a:rPr dirty="0" err="1"/>
              <a:t>recomendada</a:t>
            </a:r>
            <a:r>
              <a:rPr dirty="0"/>
              <a:t>: Arial 24.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9ABBAD-B44E-2250-51DD-731C2F9374CF}"/>
              </a:ext>
            </a:extLst>
          </p:cNvPr>
          <p:cNvSpPr txBox="1"/>
          <p:nvPr/>
        </p:nvSpPr>
        <p:spPr>
          <a:xfrm>
            <a:off x="6754658" y="3616997"/>
            <a:ext cx="263245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228B22"/>
                </a:solidFill>
                <a:latin typeface="Arial"/>
              </a:rPr>
              <a:t>INSERIR
IMAGEM / GRÁFICO</a:t>
            </a:r>
            <a:endParaRPr lang="en-US" sz="2000" b="1" dirty="0">
              <a:solidFill>
                <a:srgbClr val="228B22"/>
              </a:solidFill>
              <a:latin typeface="Arial"/>
            </a:endParaRPr>
          </a:p>
          <a:p>
            <a:r>
              <a:rPr lang="en-GB" sz="2000" b="1" dirty="0">
                <a:solidFill>
                  <a:srgbClr val="228B22"/>
                </a:solidFill>
                <a:latin typeface="Arial"/>
              </a:rPr>
              <a:t>(</a:t>
            </a:r>
            <a:r>
              <a:rPr lang="en-GB" sz="2000" b="1" dirty="0" err="1">
                <a:solidFill>
                  <a:srgbClr val="228B22"/>
                </a:solidFill>
                <a:latin typeface="Arial"/>
              </a:rPr>
              <a:t>Opcional</a:t>
            </a:r>
            <a:r>
              <a:rPr lang="en-GB" sz="2000" b="1" dirty="0">
                <a:solidFill>
                  <a:srgbClr val="228B22"/>
                </a:solidFill>
                <a:latin typeface="Arial"/>
              </a:rPr>
              <a:t>)</a:t>
            </a:r>
            <a:endParaRPr sz="2000" b="1" dirty="0">
              <a:solidFill>
                <a:srgbClr val="228B22"/>
              </a:solidFill>
              <a:latin typeface="Arial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332C8369-BFD7-BBC0-8943-F074D2D8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1BC4D2D4-88C3-18FD-B7DF-31E6CF4D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0DC0587-8CDB-4612-E735-8F8AF082FF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C13E21DA-A1ED-9C3C-0F0A-5CE4EB5C4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5A"/>
                </a:solidFill>
                <a:latin typeface="Arial"/>
              </a:rPr>
              <a:t>RESULTADOS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0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tópicos</a:t>
            </a:r>
            <a:r>
              <a:rPr dirty="0"/>
              <a:t> da </a:t>
            </a:r>
            <a:r>
              <a:rPr dirty="0" err="1"/>
              <a:t>apresentação</a:t>
            </a:r>
            <a:r>
              <a:rPr dirty="0"/>
              <a:t>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, </a:t>
            </a:r>
            <a:r>
              <a:rPr dirty="0" err="1"/>
              <a:t>tabelas</a:t>
            </a:r>
            <a:r>
              <a:rPr dirty="0"/>
              <a:t> e imagens sempre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possível</a:t>
            </a:r>
            <a:r>
              <a:rPr dirty="0"/>
              <a:t>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excesso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slides.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/>
              <a:t>Fonte </a:t>
            </a:r>
            <a:r>
              <a:rPr dirty="0" err="1"/>
              <a:t>recomendada</a:t>
            </a:r>
            <a:r>
              <a:rPr dirty="0"/>
              <a:t>: Arial 24.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6B9018-5989-14AA-BD91-8EC793A833D0}"/>
              </a:ext>
            </a:extLst>
          </p:cNvPr>
          <p:cNvSpPr txBox="1"/>
          <p:nvPr/>
        </p:nvSpPr>
        <p:spPr>
          <a:xfrm>
            <a:off x="6919550" y="3718099"/>
            <a:ext cx="263245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228B22"/>
                </a:solidFill>
                <a:latin typeface="Arial"/>
              </a:rPr>
              <a:t>INSERIR
IMAGEM / GRÁFICO</a:t>
            </a:r>
            <a:endParaRPr lang="en-US" sz="2000" b="1" dirty="0">
              <a:solidFill>
                <a:srgbClr val="228B22"/>
              </a:solidFill>
              <a:latin typeface="Arial"/>
            </a:endParaRPr>
          </a:p>
          <a:p>
            <a:r>
              <a:rPr lang="en-GB" sz="2000" b="1" dirty="0">
                <a:solidFill>
                  <a:srgbClr val="228B22"/>
                </a:solidFill>
                <a:latin typeface="Arial"/>
              </a:rPr>
              <a:t>(</a:t>
            </a:r>
            <a:r>
              <a:rPr lang="en-GB" sz="2000" b="1" dirty="0" err="1">
                <a:solidFill>
                  <a:srgbClr val="228B22"/>
                </a:solidFill>
                <a:latin typeface="Arial"/>
              </a:rPr>
              <a:t>Opcional</a:t>
            </a:r>
            <a:r>
              <a:rPr lang="en-GB" sz="2000" b="1" dirty="0">
                <a:solidFill>
                  <a:srgbClr val="228B22"/>
                </a:solidFill>
                <a:latin typeface="Arial"/>
              </a:rPr>
              <a:t>)</a:t>
            </a:r>
            <a:endParaRPr sz="2000" b="1" dirty="0">
              <a:solidFill>
                <a:srgbClr val="228B22"/>
              </a:solidFill>
              <a:latin typeface="Arial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285A"/>
                </a:solidFill>
                <a:latin typeface="Arial"/>
              </a:rPr>
              <a:t>CONSIDERAÇÕES FINAIS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06992"/>
            <a:ext cx="87902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9409" y="1495327"/>
            <a:ext cx="7839857" cy="104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 err="1"/>
              <a:t>Adicionar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principais</a:t>
            </a:r>
            <a:r>
              <a:rPr dirty="0"/>
              <a:t> </a:t>
            </a:r>
            <a:r>
              <a:rPr dirty="0" err="1"/>
              <a:t>tópicos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dirty="0"/>
              <a:t>Fonte </a:t>
            </a:r>
            <a:r>
              <a:rPr dirty="0" err="1"/>
              <a:t>recomendada</a:t>
            </a:r>
            <a:r>
              <a:rPr dirty="0"/>
              <a:t>: Arial 24.</a:t>
            </a: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DCAAEDCA-5BC2-868B-B898-4DFFDDEB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4" name="Picture 13" descr="fatec_ra_baixada_santista_baixada_santista_rubens_lara_cor.png">
            <a:extLst>
              <a:ext uri="{FF2B5EF4-FFF2-40B4-BE49-F238E27FC236}">
                <a16:creationId xmlns:a16="http://schemas.microsoft.com/office/drawing/2014/main" id="{4EF2ED9A-FCF3-7342-5A0D-09C141B26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CA1862F-3920-E68C-6981-B5672148E0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6" name="Picture 15" descr="LOGO-SP-PT-HORIZONTAL.png">
            <a:extLst>
              <a:ext uri="{FF2B5EF4-FFF2-40B4-BE49-F238E27FC236}">
                <a16:creationId xmlns:a16="http://schemas.microsoft.com/office/drawing/2014/main" id="{29F7F173-EB9C-EA99-973F-8FD1CEFD9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CF223-B7D5-3C79-2F98-18838114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DEE0A5-2622-6344-EF04-68EEAB930558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8ACF2-7206-91E1-039E-92E3D189B38C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620FE-0712-832F-2CBE-8F4D8C1A1D62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CFB53-5DB2-E441-0281-CD14A5C6F289}"/>
              </a:ext>
            </a:extLst>
          </p:cNvPr>
          <p:cNvSpPr txBox="1"/>
          <p:nvPr/>
        </p:nvSpPr>
        <p:spPr>
          <a:xfrm>
            <a:off x="548640" y="457200"/>
            <a:ext cx="27574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285A"/>
                </a:solidFill>
                <a:latin typeface="Arial"/>
              </a:rPr>
              <a:t>REFERÊNCIAS</a:t>
            </a:r>
            <a:endParaRPr sz="28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510F56-8D51-09E9-0903-555AB0C408B2}"/>
              </a:ext>
            </a:extLst>
          </p:cNvPr>
          <p:cNvSpPr/>
          <p:nvPr/>
        </p:nvSpPr>
        <p:spPr>
          <a:xfrm>
            <a:off x="548640" y="1106992"/>
            <a:ext cx="93898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272FF-31C7-500F-95E5-423CCBD8B79E}"/>
              </a:ext>
            </a:extLst>
          </p:cNvPr>
          <p:cNvSpPr txBox="1"/>
          <p:nvPr/>
        </p:nvSpPr>
        <p:spPr>
          <a:xfrm>
            <a:off x="899409" y="1495327"/>
            <a:ext cx="7839857" cy="155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noProof="0"/>
              <a:t>Listar as principais referências bibliográficas do estudo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noProof="0" dirty="0"/>
              <a:t>Fonte recomendada: Arial 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noProof="0" dirty="0"/>
              <a:t>Texto alinhado à esquerda</a:t>
            </a:r>
          </a:p>
        </p:txBody>
      </p:sp>
      <p:pic>
        <p:nvPicPr>
          <p:cNvPr id="9" name="Picture 8" descr="fatec_ra_baixada_santista_baixada_santista_rubens_lara_cor.png">
            <a:extLst>
              <a:ext uri="{FF2B5EF4-FFF2-40B4-BE49-F238E27FC236}">
                <a16:creationId xmlns:a16="http://schemas.microsoft.com/office/drawing/2014/main" id="{6657C4D2-96CF-82E4-2B57-5C87D8385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321" y="2329489"/>
            <a:ext cx="1972521" cy="1070536"/>
          </a:xfrm>
          <a:prstGeom prst="rect">
            <a:avLst/>
          </a:prstGeom>
        </p:spPr>
      </p:pic>
      <p:pic>
        <p:nvPicPr>
          <p:cNvPr id="10" name="Picture 9" descr="logo_simposio_autalizado copy.png">
            <a:extLst>
              <a:ext uri="{FF2B5EF4-FFF2-40B4-BE49-F238E27FC236}">
                <a16:creationId xmlns:a16="http://schemas.microsoft.com/office/drawing/2014/main" id="{FDAA8367-43FC-29AE-70A6-277F2C28E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7D2A2F6-4DFD-EA0D-5F4E-27F7DEA26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4" name="Picture 13" descr="LOGO-SP-PT-HORIZONTAL.png">
            <a:extLst>
              <a:ext uri="{FF2B5EF4-FFF2-40B4-BE49-F238E27FC236}">
                <a16:creationId xmlns:a16="http://schemas.microsoft.com/office/drawing/2014/main" id="{E5A9E87F-09BB-140E-74C5-5FAF6667A8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240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4FB5B-5E4C-8486-7073-B8FC4C1AB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E0785-902D-2971-436A-141429C13932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AC71E-F7AF-41C1-1AD8-A5FA979A8B1A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AED13-FD7E-53FB-11A5-E917BD7AAA8D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simposio_autalizado copy.png">
            <a:extLst>
              <a:ext uri="{FF2B5EF4-FFF2-40B4-BE49-F238E27FC236}">
                <a16:creationId xmlns:a16="http://schemas.microsoft.com/office/drawing/2014/main" id="{EC6AFCF6-C77F-24B5-EA20-4380A909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22BFB0-6DD2-7534-7C40-F058115854F0}"/>
              </a:ext>
            </a:extLst>
          </p:cNvPr>
          <p:cNvSpPr txBox="1"/>
          <p:nvPr/>
        </p:nvSpPr>
        <p:spPr>
          <a:xfrm>
            <a:off x="1484026" y="2834640"/>
            <a:ext cx="884869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latin typeface="Arial"/>
              </a:rPr>
              <a:t>OBRIGADO(A)!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09F60-BB90-F93B-D304-38C347C27FF8}"/>
              </a:ext>
            </a:extLst>
          </p:cNvPr>
          <p:cNvSpPr txBox="1"/>
          <p:nvPr/>
        </p:nvSpPr>
        <p:spPr>
          <a:xfrm>
            <a:off x="1618938" y="3657600"/>
            <a:ext cx="84394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dirty="0" err="1">
                <a:latin typeface="Arial"/>
              </a:rPr>
              <a:t>Perguntas</a:t>
            </a:r>
            <a:r>
              <a:rPr sz="2200" dirty="0">
                <a:latin typeface="Arial"/>
              </a:rPr>
              <a:t> e </a:t>
            </a:r>
            <a:r>
              <a:rPr sz="2200" dirty="0" err="1">
                <a:latin typeface="Arial"/>
              </a:rPr>
              <a:t>Discussão</a:t>
            </a:r>
            <a:endParaRPr sz="2200" dirty="0">
              <a:latin typeface="Arial"/>
            </a:endParaRPr>
          </a:p>
        </p:txBody>
      </p:sp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382589CE-4468-C1A9-5D00-930B3B60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50049A0-D96F-520F-3F6B-C07367FBB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6252AAE9-A2C3-2BAD-E999-9F030C462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4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285</Words>
  <Application>Microsoft Macintosh PowerPoint</Application>
  <PresentationFormat>Custom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3</cp:revision>
  <dcterms:created xsi:type="dcterms:W3CDTF">2013-01-27T09:14:16Z</dcterms:created>
  <dcterms:modified xsi:type="dcterms:W3CDTF">2026-05-24T04:22:15Z</dcterms:modified>
  <cp:category/>
</cp:coreProperties>
</file>